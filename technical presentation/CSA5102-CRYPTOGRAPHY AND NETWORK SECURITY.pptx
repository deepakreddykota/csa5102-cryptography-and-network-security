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165B8B1-0824-4966-94A4-81C1B051482E}">
          <p14:sldIdLst>
            <p14:sldId id="256"/>
            <p14:sldId id="257"/>
            <p14:sldId id="258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C1DC-F9D7-B133-1B27-077D0CE23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4769E-860E-A536-558E-06E20323F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B4EC0-71BB-06CB-C6BF-A36C4D2C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70DFE-9B8E-2640-2B6C-CBE60AA90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0E0FE-6182-5E63-8AC9-53C1DD4E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4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E550-7364-4B37-BA44-23BCD7E6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DAB5E-9AFF-59F8-F5D6-770C406EF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377C7-C5C2-4615-39CC-9DF79C7C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71BAA-AA91-F63F-A8F3-B351A3861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3596E-A899-6EDC-A3A9-C8579D87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C82E-A4F3-7B4D-6D34-810CB8566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C2BF3-08D6-71F1-820C-6F0D7F254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70F5B-5196-37AC-6D20-7EE59B8B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2E727-1350-115C-3A36-3A1B2D40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7B17-B902-0BA7-5B8F-9E886198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1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0E799-3987-2BA5-4FAC-3B828509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1D163-1C0F-4966-B418-3CE7AB95A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9D1A5-F169-9DF3-0CC1-64347B112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3591F-345C-FF7C-C64E-94C2F841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0A56E-027F-753F-3D25-E3992EB67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919B1-76F0-FFAE-0213-09AEA3F7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1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B1AB0-922B-9E4A-9C58-0809914F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E46DF-1A0B-E934-EB46-4B8EE5EBD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2E7FB-2EE3-047C-19AA-9025F4D8A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15869-43A9-A22A-6888-BE82BC5D4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6D6BF-5506-812F-5C81-F61F21C6E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3AEC4-B524-C366-E2B6-AD68C2D8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F37BFA-D8AB-285C-100C-E716678A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53B03-85C6-FDD0-58D7-E91C983E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95A48-5951-3235-EDBF-69D2994D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13478-F4E6-EA0E-1631-68E218975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BF626-314F-209E-986E-F051B323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6EAD7-9E0D-2830-53AF-141C7AB7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2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AC3BA-1E8D-05D0-97E1-5A743E7B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11BD9-E0DB-36E1-E2CC-72B19218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200E5-2A2C-9738-84EB-AB5144FA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8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88E6-A2FD-9C7C-7730-E5C0F5C9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38A18-AC3A-1468-6D98-1C9BBC7B4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2E2D3-41BE-B929-F105-536F1FCF6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61B98-7808-E49C-1508-67889856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467A6-2A16-E21A-C160-36F4B4B54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1FB6F-797D-2DD4-15C5-C284AED9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2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E43FE-1753-7A8E-1BBA-D5714073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B81F71-1EAA-CFA0-C6E3-BC0705927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95575-4133-A244-FD7C-3D90D9149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B196D-5A5C-2667-A3D0-7D601119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D79DF-BA8D-4973-836E-C0BBB65E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57E38-3F4A-F611-909F-D6EA893B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6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4ABE-BCB7-6B97-15F9-3A5AAA9E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0CE43-D9DB-146A-5EE8-72EAAC0E8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42579-3E75-1B1A-BC84-5DEAAD1D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81A20-F58F-6DB2-43DC-8C2373232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6ECCF-6590-47A9-19A1-D896C5B4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9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9414E-1010-6545-C5E4-B74C60896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7D54A-7A59-FDB2-5FBA-246DBBB77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3DDBB-F98F-62EC-0B2B-3D4BC74C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B9F9A-0ADD-93C9-A057-86AD781F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CE303-B827-707B-F972-147D85F0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51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45EF57-0BC2-3E1E-820B-81D4FD93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1499C-D2EE-C68C-C6D0-345191057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94A59-9B28-C955-E39A-FAF1F9C00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DE2A4-CCC3-40D0-BED3-6B66796B53A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2402D-AB5B-1471-2B0A-3BB9068DC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18DFA-C2A7-2950-1280-E43E691E7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58411-3316-47CF-A0B8-7BDCFDB04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2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BACC-FCC8-E6D0-DC3A-ABFB51609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399" y="1295399"/>
            <a:ext cx="9203267" cy="213360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CSA5102-CRYPTOGRAPHY AND NETWORK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9C710-1533-8C60-ABD8-935AA8CC0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6668" y="3539067"/>
            <a:ext cx="6908799" cy="259079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K V Deepak Reddy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 : 192372069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FACULTY NAME: K Aruna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6F03A-D184-35FC-9C3D-DCD9B13FE2D2}"/>
              </a:ext>
            </a:extLst>
          </p:cNvPr>
          <p:cNvSpPr txBox="1"/>
          <p:nvPr/>
        </p:nvSpPr>
        <p:spPr>
          <a:xfrm>
            <a:off x="2116668" y="431800"/>
            <a:ext cx="749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20190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6D99-21B7-93D7-6D1C-BFF2BF89C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23400" cy="1325563"/>
          </a:xfrm>
        </p:spPr>
        <p:txBody>
          <a:bodyPr/>
          <a:lstStyle/>
          <a:p>
            <a:r>
              <a:rPr lang="en-US" dirty="0"/>
              <a:t>Steganography vs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306F-CC19-2420-DDAB-77474E392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67" y="1537758"/>
            <a:ext cx="10515600" cy="3440642"/>
          </a:xfrm>
        </p:spPr>
        <p:txBody>
          <a:bodyPr>
            <a:normAutofit/>
          </a:bodyPr>
          <a:lstStyle/>
          <a:p>
            <a:r>
              <a:rPr lang="en-US" sz="2000" b="1" dirty="0"/>
              <a:t>What is Cryptography</a:t>
            </a:r>
          </a:p>
          <a:p>
            <a:r>
              <a:rPr lang="en-US" sz="2000" dirty="0"/>
              <a:t>Converts readable data (Plaintext) into unreadable data (Ciphertext) using encryption.</a:t>
            </a:r>
          </a:p>
          <a:p>
            <a:r>
              <a:rPr lang="en-US" sz="2000" b="1" dirty="0"/>
              <a:t>Examples:</a:t>
            </a:r>
            <a:r>
              <a:rPr lang="en-US" sz="2000" dirty="0"/>
              <a:t> Online banking, WhatsApp encryption, HTTPS websites.</a:t>
            </a:r>
          </a:p>
          <a:p>
            <a:r>
              <a:rPr lang="en-US" sz="2000" b="1" dirty="0"/>
              <a:t>What is Steganography</a:t>
            </a:r>
          </a:p>
          <a:p>
            <a:r>
              <a:rPr lang="en-US" sz="2000" dirty="0"/>
              <a:t>Hides secret information inside another file such as an image, audio, video, or document.</a:t>
            </a:r>
          </a:p>
          <a:p>
            <a:r>
              <a:rPr lang="en-US" sz="2000" b="1" dirty="0"/>
              <a:t>Examples:</a:t>
            </a:r>
            <a:r>
              <a:rPr lang="en-US" sz="2000" dirty="0"/>
              <a:t> Hidden text in images, digital watermarking.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DB8CC-6F77-8F01-5B49-76D5E3291D33}"/>
              </a:ext>
            </a:extLst>
          </p:cNvPr>
          <p:cNvSpPr txBox="1"/>
          <p:nvPr/>
        </p:nvSpPr>
        <p:spPr>
          <a:xfrm>
            <a:off x="719667" y="4622800"/>
            <a:ext cx="9897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D685DA9-F28D-FC1D-03F8-0EAE6C755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756197"/>
              </p:ext>
            </p:extLst>
          </p:nvPr>
        </p:nvGraphicFramePr>
        <p:xfrm>
          <a:off x="838200" y="4392246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95207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34322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Cryptography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Steganography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799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Encrypts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Hides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344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Message is visible but unreadable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Message is hidden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77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encryption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cover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790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61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5293-FD68-798F-B254-C3B37307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Applications, Advantages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9450F-1A56-3BEC-566C-917EE17AB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989" y="1690688"/>
            <a:ext cx="10515600" cy="5167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 Applications</a:t>
            </a:r>
          </a:p>
          <a:p>
            <a:r>
              <a:rPr lang="en-US" sz="2000" dirty="0"/>
              <a:t>Secure online banking </a:t>
            </a:r>
          </a:p>
          <a:p>
            <a:r>
              <a:rPr lang="en-US" sz="2000" dirty="0"/>
              <a:t>Encrypted messaging (WhatsApp, Signal) </a:t>
            </a:r>
          </a:p>
          <a:p>
            <a:r>
              <a:rPr lang="en-US" sz="2000" dirty="0"/>
              <a:t>Military and government communication </a:t>
            </a:r>
          </a:p>
          <a:p>
            <a:r>
              <a:rPr lang="en-US" sz="2000" dirty="0"/>
              <a:t>Digital watermarking and copyright protection </a:t>
            </a:r>
          </a:p>
          <a:p>
            <a:r>
              <a:rPr lang="en-US" sz="2000" dirty="0"/>
              <a:t>Secure file sharing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sz="2000" b="1" dirty="0"/>
              <a:t>Cryptography</a:t>
            </a:r>
            <a:endParaRPr lang="en-US" sz="2000" dirty="0"/>
          </a:p>
          <a:p>
            <a:r>
              <a:rPr lang="en-US" sz="2000" dirty="0"/>
              <a:t> Strong data protection </a:t>
            </a:r>
          </a:p>
          <a:p>
            <a:r>
              <a:rPr lang="en-US" sz="2000" dirty="0"/>
              <a:t> Ensures confidentiality and integrity </a:t>
            </a:r>
          </a:p>
          <a:p>
            <a:r>
              <a:rPr lang="en-US" sz="2000" b="1" dirty="0"/>
              <a:t>Steganography</a:t>
            </a:r>
            <a:endParaRPr lang="en-US" sz="2000" dirty="0"/>
          </a:p>
          <a:p>
            <a:r>
              <a:rPr lang="en-US" sz="2000" dirty="0"/>
              <a:t> Hides secret communication </a:t>
            </a:r>
          </a:p>
          <a:p>
            <a:r>
              <a:rPr lang="en-US" sz="2000" dirty="0"/>
              <a:t> Difficult to detect hidden information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86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C6E-8F7A-8DD0-9BBB-5768344F7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19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BBDBB-D600-CB46-5DFA-40A175917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Cryptography secures the content of a message through encryption. </a:t>
            </a:r>
          </a:p>
          <a:p>
            <a:r>
              <a:rPr lang="en-US" dirty="0"/>
              <a:t>Steganography secures the existence of a message by hiding it. </a:t>
            </a:r>
          </a:p>
          <a:p>
            <a:r>
              <a:rPr lang="en-US" dirty="0"/>
              <a:t>Using both together provides the highest level of digital security.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                                      Thank You! 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22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CSA5102-CRYPTOGRAPHY AND NETWORK SECURITY</vt:lpstr>
      <vt:lpstr>Steganography vs Cryptography</vt:lpstr>
      <vt:lpstr>Applications, Advantages &amp; Conclusion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reddy</dc:creator>
  <cp:lastModifiedBy>deepak reddy</cp:lastModifiedBy>
  <cp:revision>1</cp:revision>
  <dcterms:created xsi:type="dcterms:W3CDTF">2026-07-21T05:39:14Z</dcterms:created>
  <dcterms:modified xsi:type="dcterms:W3CDTF">2026-07-21T05:39:15Z</dcterms:modified>
</cp:coreProperties>
</file>